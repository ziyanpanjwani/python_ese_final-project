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22860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" y="73152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" y="123444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" y="173736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" y="224028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" y="274320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" y="324612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" y="374904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" y="425196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" y="475488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14" name="Shape 12"/>
          <p:cNvSpPr/>
          <p:nvPr/>
        </p:nvSpPr>
        <p:spPr>
          <a:xfrm>
            <a:off x="8705088" y="22860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05088" y="73152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5088" y="123444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5088" y="173736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05088" y="224028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274320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5088" y="324612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5088" y="374904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088" y="425196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05088" y="475488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0"/>
            <a:ext cx="8138160" cy="73152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5070348"/>
            <a:ext cx="8138160" cy="73152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6" name="Shape 24"/>
          <p:cNvSpPr/>
          <p:nvPr/>
        </p:nvSpPr>
        <p:spPr>
          <a:xfrm>
            <a:off x="3749040" y="640080"/>
            <a:ext cx="1645920" cy="1005840"/>
          </a:xfrm>
          <a:prstGeom prst="rect">
            <a:avLst/>
          </a:prstGeom>
          <a:solidFill>
            <a:srgbClr val="0A0F1A"/>
          </a:solidFill>
          <a:ln w="25400">
            <a:solidFill>
              <a:srgbClr val="E8B4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640080"/>
            <a:ext cx="164592" cy="100584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458968" y="640080"/>
            <a:ext cx="164592" cy="100584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9" name="Shape 27"/>
          <p:cNvSpPr/>
          <p:nvPr/>
        </p:nvSpPr>
        <p:spPr>
          <a:xfrm>
            <a:off x="3547872" y="685800"/>
            <a:ext cx="109728" cy="1280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Shape 28"/>
          <p:cNvSpPr/>
          <p:nvPr/>
        </p:nvSpPr>
        <p:spPr>
          <a:xfrm>
            <a:off x="5477256" y="685800"/>
            <a:ext cx="109728" cy="1280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3547872" y="886968"/>
            <a:ext cx="109728" cy="1280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Shape 30"/>
          <p:cNvSpPr/>
          <p:nvPr/>
        </p:nvSpPr>
        <p:spPr>
          <a:xfrm>
            <a:off x="5477256" y="886968"/>
            <a:ext cx="109728" cy="1280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Shape 31"/>
          <p:cNvSpPr/>
          <p:nvPr/>
        </p:nvSpPr>
        <p:spPr>
          <a:xfrm>
            <a:off x="3547872" y="1088136"/>
            <a:ext cx="109728" cy="1280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Shape 32"/>
          <p:cNvSpPr/>
          <p:nvPr/>
        </p:nvSpPr>
        <p:spPr>
          <a:xfrm>
            <a:off x="5477256" y="1088136"/>
            <a:ext cx="109728" cy="1280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Shape 33"/>
          <p:cNvSpPr/>
          <p:nvPr/>
        </p:nvSpPr>
        <p:spPr>
          <a:xfrm>
            <a:off x="3547872" y="1289304"/>
            <a:ext cx="109728" cy="1280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Shape 34"/>
          <p:cNvSpPr/>
          <p:nvPr/>
        </p:nvSpPr>
        <p:spPr>
          <a:xfrm>
            <a:off x="5477256" y="1289304"/>
            <a:ext cx="109728" cy="12801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Search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640080" y="1783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B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API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2286000" y="2468880"/>
            <a:ext cx="4572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25786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Desktop Application with TMDB API Integration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05840" y="3154680"/>
            <a:ext cx="2194560" cy="384048"/>
          </a:xfrm>
          <a:prstGeom prst="rect">
            <a:avLst>
              <a:gd name="adj" fmla="val 14286"/>
            </a:avLst>
          </a:prstGeom>
          <a:solidFill>
            <a:srgbClr val="1B4F72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3154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Semester 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29000" y="3154680"/>
            <a:ext cx="2194560" cy="384048"/>
          </a:xfrm>
          <a:prstGeom prst="rect">
            <a:avLst>
              <a:gd name="adj" fmla="val 14286"/>
            </a:avLst>
          </a:prstGeom>
          <a:solidFill>
            <a:srgbClr val="1B4F72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3154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60720" y="3154680"/>
            <a:ext cx="2194560" cy="384048"/>
          </a:xfrm>
          <a:prstGeom prst="rect">
            <a:avLst>
              <a:gd name="adj" fmla="val 14286"/>
            </a:avLst>
          </a:prstGeom>
          <a:solidFill>
            <a:srgbClr val="1B4F72"/>
          </a:solidFill>
          <a:ln/>
        </p:spPr>
      </p:sp>
      <p:sp>
        <p:nvSpPr>
          <p:cNvPr id="46" name="Text 44"/>
          <p:cNvSpPr/>
          <p:nvPr/>
        </p:nvSpPr>
        <p:spPr>
          <a:xfrm>
            <a:off x="5760720" y="3154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2025-26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37947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Ziyan Panjwani  |  Roll No: 92400527229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0080" y="418795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Rajkot, Gujarat, India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Synopsis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Shape 4"/>
          <p:cNvSpPr/>
          <p:nvPr/>
        </p:nvSpPr>
        <p:spPr>
          <a:xfrm>
            <a:off x="425196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3246120"/>
            <a:ext cx="128016" cy="128016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Synopsis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256032" cy="256032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84124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desktop application to search movies and view their details easily.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36776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47088"/>
            <a:ext cx="256032" cy="256032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36776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TMDB (The Movie Database) API for real-time info: title, release year, rating, and overview.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42616"/>
            <a:ext cx="256032" cy="256032"/>
          </a:xfrm>
          <a:prstGeom prst="ellipse">
            <a:avLst/>
          </a:prstGeom>
          <a:solidFill>
            <a:srgbClr val="7D660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432304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user-friendly GUI built with Tkinter. Supports user registration and login.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227832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38144"/>
            <a:ext cx="256032" cy="256032"/>
          </a:xfrm>
          <a:prstGeom prst="ellipse">
            <a:avLst/>
          </a:prstGeom>
          <a:solidFill>
            <a:srgbClr val="7B241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278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stores user credentials in users.txt with basic error handling.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233672"/>
            <a:ext cx="256032" cy="256032"/>
          </a:xfrm>
          <a:prstGeom prst="ellipse">
            <a:avLst/>
          </a:prstGeom>
          <a:solidFill>
            <a:srgbClr val="4A23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0233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API integration, GUI development, file handling, and user interaction.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Preamble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Shape 4"/>
          <p:cNvSpPr/>
          <p:nvPr/>
        </p:nvSpPr>
        <p:spPr>
          <a:xfrm>
            <a:off x="425196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3246120"/>
            <a:ext cx="128016" cy="128016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 of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931920" cy="393192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3931920" cy="47548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046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490472"/>
            <a:ext cx="201168" cy="20116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to visit multiple websites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2331720"/>
            <a:ext cx="201168" cy="20116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585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provides complete movie info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3172968"/>
            <a:ext cx="201168" cy="20116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9981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get fast and accurate results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804672"/>
            <a:ext cx="3931920" cy="393192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04672"/>
            <a:ext cx="3931920" cy="475488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8046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19472" y="1490472"/>
            <a:ext cx="201168" cy="201168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4173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movie search results in one place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9472" y="2331720"/>
            <a:ext cx="201168" cy="201168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2585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details shown on a single screen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19472" y="3172968"/>
            <a:ext cx="201168" cy="201168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09981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Easy-to-use interface for all users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82880" cy="182880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movie search app in 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653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TMDB API for real-time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182880" cy="182880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GUI with Tkinter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82880" cy="182880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18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login &amp; registration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182880" cy="182880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953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trending movies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777240"/>
            <a:ext cx="0" cy="3977640"/>
          </a:xfrm>
          <a:prstGeom prst="line">
            <a:avLst/>
          </a:prstGeom>
          <a:noFill/>
          <a:ln w="12700">
            <a:solidFill>
              <a:srgbClr val="E8B40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89204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92040" y="1261872"/>
            <a:ext cx="182880" cy="1828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5184648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by anyone to search movie details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938528"/>
            <a:ext cx="182880" cy="1828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/>
          <p:nvPr/>
        </p:nvSpPr>
        <p:spPr>
          <a:xfrm>
            <a:off x="5184648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with favorites &amp; recommendations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2615184"/>
            <a:ext cx="182880" cy="1828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5184648" y="2542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Convertible to web or mobile app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3291840"/>
            <a:ext cx="182880" cy="1828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/>
          <p:nvPr/>
        </p:nvSpPr>
        <p:spPr>
          <a:xfrm>
            <a:off x="5184648" y="3218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possible in future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 &amp; Development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Shape 4"/>
          <p:cNvSpPr/>
          <p:nvPr/>
        </p:nvSpPr>
        <p:spPr>
          <a:xfrm>
            <a:off x="425196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3246120"/>
            <a:ext cx="128016" cy="128016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Modules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60520" cy="12344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594360" cy="12344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41248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9326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Module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29844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login. Credentials stored via file handling in users.txt.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4160520" cy="12344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31136"/>
            <a:ext cx="594360" cy="12344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231136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3225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Module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68833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movie name, queries TMDB API, retrieves real-time movie 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4160520" cy="12344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21024"/>
            <a:ext cx="594360" cy="123444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621024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Module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07822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title, release year, rating, overview, poster &amp; IMDb ratings.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841248"/>
            <a:ext cx="4160520" cy="12344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841248"/>
            <a:ext cx="594360" cy="1234440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841248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9326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Module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29844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displays currently trending movies from the TMDB API.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231136"/>
            <a:ext cx="4160520" cy="12344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231136"/>
            <a:ext cx="594360" cy="123444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231136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94960" y="23225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Module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268833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interface with input fields, buttons and display areas.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932688"/>
            <a:ext cx="548640" cy="5486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932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launches application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21992" y="1645920"/>
            <a:ext cx="201168" cy="0"/>
          </a:xfrm>
          <a:prstGeom prst="line">
            <a:avLst/>
          </a:prstGeom>
          <a:noFill/>
          <a:ln w="25400">
            <a:solidFill>
              <a:srgbClr val="E8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822960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27248" y="932688"/>
            <a:ext cx="548640" cy="548640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14" name="Text 12"/>
          <p:cNvSpPr/>
          <p:nvPr/>
        </p:nvSpPr>
        <p:spPr>
          <a:xfrm>
            <a:off x="3127248" y="932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2316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or log 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1645920"/>
            <a:ext cx="201168" cy="0"/>
          </a:xfrm>
          <a:prstGeom prst="line">
            <a:avLst/>
          </a:prstGeom>
          <a:noFill/>
          <a:ln w="25400">
            <a:solidFill>
              <a:srgbClr val="E8B4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822960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94376" y="932688"/>
            <a:ext cx="548640" cy="548640"/>
          </a:xfrm>
          <a:prstGeom prst="ellipse">
            <a:avLst/>
          </a:prstGeom>
          <a:solidFill>
            <a:srgbClr val="7D6608"/>
          </a:solidFill>
          <a:ln/>
        </p:spPr>
      </p:sp>
      <p:sp>
        <p:nvSpPr>
          <p:cNvPr id="20" name="Text 18"/>
          <p:cNvSpPr/>
          <p:nvPr/>
        </p:nvSpPr>
        <p:spPr>
          <a:xfrm>
            <a:off x="5294376" y="932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0288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Movie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1728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movie name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56248" y="1645920"/>
            <a:ext cx="201168" cy="0"/>
          </a:xfrm>
          <a:prstGeom prst="line">
            <a:avLst/>
          </a:prstGeom>
          <a:noFill/>
          <a:ln w="25400">
            <a:solidFill>
              <a:srgbClr val="E8B4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7416" y="822960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61504" y="932688"/>
            <a:ext cx="548640" cy="548640"/>
          </a:xfrm>
          <a:prstGeom prst="ellipse">
            <a:avLst/>
          </a:prstGeom>
          <a:solidFill>
            <a:srgbClr val="4A235A"/>
          </a:solidFill>
          <a:ln/>
        </p:spPr>
      </p:sp>
      <p:sp>
        <p:nvSpPr>
          <p:cNvPr id="26" name="Text 24"/>
          <p:cNvSpPr/>
          <p:nvPr/>
        </p:nvSpPr>
        <p:spPr>
          <a:xfrm>
            <a:off x="7461504" y="932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57416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48856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 to TMDB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2907792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" y="3017520"/>
            <a:ext cx="548640" cy="548640"/>
          </a:xfrm>
          <a:prstGeom prst="ellipse">
            <a:avLst/>
          </a:prstGeom>
          <a:solidFill>
            <a:srgbClr val="7B241C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56032" y="3657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Received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" y="40050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movie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21992" y="3730752"/>
            <a:ext cx="201168" cy="0"/>
          </a:xfrm>
          <a:prstGeom prst="line">
            <a:avLst/>
          </a:prstGeom>
          <a:noFill/>
          <a:ln w="25400">
            <a:solidFill>
              <a:srgbClr val="E8B4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2907792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27248" y="3017520"/>
            <a:ext cx="548640" cy="5486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37" name="Text 35"/>
          <p:cNvSpPr/>
          <p:nvPr/>
        </p:nvSpPr>
        <p:spPr>
          <a:xfrm>
            <a:off x="3127248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423160" y="3657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14600" y="40050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processes the data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3730752"/>
            <a:ext cx="201168" cy="0"/>
          </a:xfrm>
          <a:prstGeom prst="line">
            <a:avLst/>
          </a:prstGeom>
          <a:noFill/>
          <a:ln w="25400">
            <a:solidFill>
              <a:srgbClr val="E8B4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2907792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94376" y="3017520"/>
            <a:ext cx="548640" cy="548640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43" name="Text 41"/>
          <p:cNvSpPr/>
          <p:nvPr/>
        </p:nvSpPr>
        <p:spPr>
          <a:xfrm>
            <a:off x="5294376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590288" y="3657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81728" y="40050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details shown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56248" y="3730752"/>
            <a:ext cx="201168" cy="0"/>
          </a:xfrm>
          <a:prstGeom prst="line">
            <a:avLst/>
          </a:prstGeom>
          <a:noFill/>
          <a:ln w="25400">
            <a:solidFill>
              <a:srgbClr val="E8B4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57416" y="2907792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61504" y="3017520"/>
            <a:ext cx="548640" cy="548640"/>
          </a:xfrm>
          <a:prstGeom prst="ellipse">
            <a:avLst/>
          </a:prstGeom>
          <a:solidFill>
            <a:srgbClr val="7D6608"/>
          </a:solidFill>
          <a:ln/>
        </p:spPr>
      </p:sp>
      <p:sp>
        <p:nvSpPr>
          <p:cNvPr id="49" name="Text 47"/>
          <p:cNvSpPr/>
          <p:nvPr/>
        </p:nvSpPr>
        <p:spPr>
          <a:xfrm>
            <a:off x="7461504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757416" y="3657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Trending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48856" y="40050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trending movies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697480" cy="1920240"/>
          </a:xfrm>
          <a:prstGeom prst="rect">
            <a:avLst/>
          </a:prstGeom>
          <a:solidFill>
            <a:srgbClr val="15436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969264"/>
            <a:ext cx="685800" cy="502920"/>
          </a:xfrm>
          <a:prstGeom prst="rect">
            <a:avLst/>
          </a:prstGeom>
          <a:solidFill>
            <a:srgbClr val="15436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636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entry for login or registration.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97480" cy="1920240"/>
          </a:xfrm>
          <a:prstGeom prst="rect">
            <a:avLst/>
          </a:prstGeom>
          <a:solidFill>
            <a:srgbClr val="145A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969264"/>
            <a:ext cx="68580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5636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categories, trending section, and search bar.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04672"/>
            <a:ext cx="2697480" cy="1920240"/>
          </a:xfrm>
          <a:prstGeom prst="rect">
            <a:avLst/>
          </a:prstGeom>
          <a:solidFill>
            <a:srgbClr val="4A235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969264"/>
            <a:ext cx="68580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5636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Poster, director, plot, ratings, favourites button.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07792"/>
            <a:ext cx="2697480" cy="1920240"/>
          </a:xfrm>
          <a:prstGeom prst="rect">
            <a:avLst/>
          </a:prstGeom>
          <a:solidFill>
            <a:srgbClr val="78421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80160" y="3072384"/>
            <a:ext cx="685800" cy="502920"/>
          </a:xfrm>
          <a:prstGeom prst="rect">
            <a:avLst/>
          </a:prstGeom>
          <a:solidFill>
            <a:srgbClr val="9C640C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667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user's saved favourite movie names.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907792"/>
            <a:ext cx="2697480" cy="1920240"/>
          </a:xfrm>
          <a:prstGeom prst="rect">
            <a:avLst/>
          </a:prstGeom>
          <a:solidFill>
            <a:srgbClr val="1B26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3072384"/>
            <a:ext cx="685800" cy="502920"/>
          </a:xfrm>
          <a:prstGeom prst="rect">
            <a:avLst/>
          </a:prstGeom>
          <a:solidFill>
            <a:srgbClr val="2C3E5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6667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list management and admin controls.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07792"/>
            <a:ext cx="2697480" cy="192024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3072384"/>
            <a:ext cx="685800" cy="502920"/>
          </a:xfrm>
          <a:prstGeom prst="rect">
            <a:avLst/>
          </a:prstGeom>
          <a:solidFill>
            <a:srgbClr val="21618C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66674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Screen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users vs their favourite movies.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Shape 4"/>
          <p:cNvSpPr/>
          <p:nvPr/>
        </p:nvSpPr>
        <p:spPr>
          <a:xfrm>
            <a:off x="425196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3246120"/>
            <a:ext cx="128016" cy="128016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54864" cy="6858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042416"/>
            <a:ext cx="256032" cy="256032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841248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Python application combining GUI, API integration, and user management.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36776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36776"/>
            <a:ext cx="54864" cy="6858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837944"/>
            <a:ext cx="256032" cy="256032"/>
          </a:xfrm>
          <a:prstGeom prst="ellipse">
            <a:avLst/>
          </a:prstGeom>
          <a:solidFill>
            <a:srgbClr val="145A3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636776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users a smooth experience to search, browse movies, and view detailed info.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32304"/>
            <a:ext cx="54864" cy="6858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633472"/>
            <a:ext cx="256032" cy="256032"/>
          </a:xfrm>
          <a:prstGeom prst="ellipse">
            <a:avLst/>
          </a:prstGeom>
          <a:solidFill>
            <a:srgbClr val="7D660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432304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administrative controls and analytics with a data visualization chart.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27832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27832"/>
            <a:ext cx="54864" cy="6858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429000"/>
            <a:ext cx="256032" cy="256032"/>
          </a:xfrm>
          <a:prstGeom prst="ellipse">
            <a:avLst/>
          </a:prstGeom>
          <a:solidFill>
            <a:srgbClr val="7B241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227832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Python skills: GUI design, API integration, and system design.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23360"/>
            <a:ext cx="54864" cy="6858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224528"/>
            <a:ext cx="256032" cy="256032"/>
          </a:xfrm>
          <a:prstGeom prst="ellipse">
            <a:avLst/>
          </a:prstGeom>
          <a:solidFill>
            <a:srgbClr val="4A235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233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enhancements: favorites, database integration, web/mobile app conversion.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During Project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Shape 4"/>
          <p:cNvSpPr/>
          <p:nvPr/>
        </p:nvSpPr>
        <p:spPr>
          <a:xfrm>
            <a:off x="425196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3246120"/>
            <a:ext cx="128016" cy="128016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965960" cy="5669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229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desktop GUI with frames, buttons, inputs.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41448" y="822960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822960"/>
            <a:ext cx="1965960" cy="566928"/>
          </a:xfrm>
          <a:prstGeom prst="rect">
            <a:avLst/>
          </a:prstGeom>
          <a:solidFill>
            <a:srgbClr val="145A32"/>
          </a:solidFill>
          <a:ln/>
        </p:spPr>
      </p:sp>
      <p:sp>
        <p:nvSpPr>
          <p:cNvPr id="12" name="Text 10"/>
          <p:cNvSpPr/>
          <p:nvPr/>
        </p:nvSpPr>
        <p:spPr>
          <a:xfrm>
            <a:off x="2441448" y="8229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14813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requests library with TMDB REST API.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822960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822960"/>
            <a:ext cx="1965960" cy="566928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8229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/ Image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0016" y="14813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image display using Pillow library.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75704" y="822960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75704" y="822960"/>
            <a:ext cx="1965960" cy="566928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20" name="Text 18"/>
          <p:cNvSpPr/>
          <p:nvPr/>
        </p:nvSpPr>
        <p:spPr>
          <a:xfrm>
            <a:off x="6775704" y="82296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67144" y="148132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performance using Python threading.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07792"/>
            <a:ext cx="1965960" cy="566928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9077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5661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user data with text file I/O.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41448" y="2907792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41448" y="2907792"/>
            <a:ext cx="1965960" cy="566928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28" name="Text 26"/>
          <p:cNvSpPr/>
          <p:nvPr/>
        </p:nvSpPr>
        <p:spPr>
          <a:xfrm>
            <a:off x="2441448" y="29077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32888" y="35661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register/login with validation.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08576" y="2907792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08576" y="2907792"/>
            <a:ext cx="1965960" cy="5669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4608576" y="29077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0016" y="35661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admin interface for user management.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75704" y="2907792"/>
            <a:ext cx="1965960" cy="173736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75704" y="2907792"/>
            <a:ext cx="1965960" cy="566928"/>
          </a:xfrm>
          <a:prstGeom prst="rect">
            <a:avLst/>
          </a:prstGeom>
          <a:solidFill>
            <a:srgbClr val="784212"/>
          </a:solidFill>
          <a:ln/>
        </p:spPr>
      </p:sp>
      <p:sp>
        <p:nvSpPr>
          <p:cNvPr id="36" name="Text 34"/>
          <p:cNvSpPr/>
          <p:nvPr/>
        </p:nvSpPr>
        <p:spPr>
          <a:xfrm>
            <a:off x="6775704" y="29077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Viz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67144" y="35661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charts using matplotlib for analytics.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Bibliography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Shape 4"/>
          <p:cNvSpPr/>
          <p:nvPr/>
        </p:nvSpPr>
        <p:spPr>
          <a:xfrm>
            <a:off x="425196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3246120"/>
            <a:ext cx="128016" cy="128016"/>
          </a:xfrm>
          <a:prstGeom prst="ellipse">
            <a:avLst/>
          </a:prstGeom>
          <a:solidFill>
            <a:srgbClr val="E8B400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0" y="3246120"/>
            <a:ext cx="128016" cy="128016"/>
          </a:xfrm>
          <a:prstGeom prst="ellipse">
            <a:avLst/>
          </a:prstGeom>
          <a:solidFill>
            <a:srgbClr val="1B4F72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"/>
            <a:ext cx="54864" cy="45720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References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54864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417320"/>
            <a:ext cx="201168" cy="20116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28016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— The Movie Database (API source)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themoviedb.org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20240"/>
            <a:ext cx="54864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075688"/>
            <a:ext cx="201168" cy="20116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1938528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Official Documentation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193852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78608"/>
            <a:ext cx="8229600" cy="5486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78608"/>
            <a:ext cx="54864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2734056"/>
            <a:ext cx="201168" cy="20116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596896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 — Image processing library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25968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pillow.readthedocs.io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649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References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16253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49040"/>
            <a:ext cx="54864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904488"/>
            <a:ext cx="201168" cy="20116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67328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Beginners Guide — Printed Reference Book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22860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" y="73152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" y="123444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" y="173736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" y="224028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" y="274320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" y="324612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" y="374904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" y="425196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" y="475488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8705088" y="22860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05088" y="73152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5088" y="123444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5088" y="173736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05088" y="224028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274320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5088" y="324612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5088" y="374904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088" y="425196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05088" y="4754880"/>
            <a:ext cx="347472" cy="292608"/>
          </a:xfrm>
          <a:prstGeom prst="rect">
            <a:avLst/>
          </a:prstGeom>
          <a:solidFill>
            <a:srgbClr val="1B4F72"/>
          </a:solidFill>
          <a:ln w="6350">
            <a:solidFill>
              <a:srgbClr val="E8B4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0"/>
            <a:ext cx="8138160" cy="54864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5088636"/>
            <a:ext cx="8138160" cy="54864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6" name="Shape 24"/>
          <p:cNvSpPr/>
          <p:nvPr/>
        </p:nvSpPr>
        <p:spPr>
          <a:xfrm>
            <a:off x="3977640" y="685800"/>
            <a:ext cx="1188720" cy="11887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16916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28" name="Shape 26"/>
          <p:cNvSpPr/>
          <p:nvPr/>
        </p:nvSpPr>
        <p:spPr>
          <a:xfrm>
            <a:off x="2286000" y="2651760"/>
            <a:ext cx="4572000" cy="45720"/>
          </a:xfrm>
          <a:prstGeom prst="rect">
            <a:avLst/>
          </a:prstGeom>
          <a:solidFill>
            <a:srgbClr val="E8B4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7889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Search using API — BCA Semester 4, 2025-26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Ziyan Panjwani  |  Roll No: 92400527229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2026-04-10T02:49:11Z</dcterms:created>
  <dcterms:modified xsi:type="dcterms:W3CDTF">2026-04-10T02:49:11Z</dcterms:modified>
</cp:coreProperties>
</file>